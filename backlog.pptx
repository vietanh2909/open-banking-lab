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7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00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6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24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988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272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862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45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890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567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252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23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970160-1B56-42B4-AE50-50C09328D2E5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2402A-EEC3-4ADE-8BD3-DC5211CD1B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89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61394" y="562062"/>
            <a:ext cx="3548544" cy="6170103"/>
          </a:xfrm>
          <a:prstGeom prst="roundRect">
            <a:avLst>
              <a:gd name="adj" fmla="val 8984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351089" y="562062"/>
            <a:ext cx="3548544" cy="6170103"/>
          </a:xfrm>
          <a:prstGeom prst="roundRect">
            <a:avLst>
              <a:gd name="adj" fmla="val 8984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8203034" y="562061"/>
            <a:ext cx="3548544" cy="6170104"/>
          </a:xfrm>
          <a:prstGeom prst="roundRect">
            <a:avLst>
              <a:gd name="adj" fmla="val 8984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69053" y="968929"/>
            <a:ext cx="3289883" cy="5001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mtClean="0"/>
              <a:t>Access &amp; Authorization Domain</a:t>
            </a:r>
            <a:endParaRPr lang="en-US" sz="1100" smtClean="0"/>
          </a:p>
          <a:p>
            <a:pPr marL="171450" indent="-171450">
              <a:buFontTx/>
              <a:buChar char="-"/>
            </a:pPr>
            <a:r>
              <a:rPr lang="en-US" sz="1100" smtClean="0"/>
              <a:t>CIAM Integration &amp; OAuth2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Partner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TPP Onboarding:</a:t>
            </a:r>
          </a:p>
          <a:p>
            <a:pPr marL="628650" lvl="1" indent="-171450">
              <a:buFontTx/>
              <a:buChar char="-"/>
            </a:pPr>
            <a:r>
              <a:rPr lang="en-US" sz="1100" smtClean="0"/>
              <a:t>Register Partner</a:t>
            </a:r>
          </a:p>
          <a:p>
            <a:pPr marL="628650" lvl="1" indent="-171450">
              <a:buFontTx/>
              <a:buChar char="-"/>
            </a:pPr>
            <a:r>
              <a:rPr lang="en-US" sz="1100" smtClean="0"/>
              <a:t>Partner User Management</a:t>
            </a:r>
          </a:p>
          <a:p>
            <a:pPr marL="628650" lvl="1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Discovery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API Catalog</a:t>
            </a:r>
            <a:endParaRPr lang="en-US" sz="1100"/>
          </a:p>
          <a:p>
            <a:pPr marL="171450" indent="-171450">
              <a:buFontTx/>
              <a:buChar char="-"/>
            </a:pPr>
            <a:r>
              <a:rPr lang="en-US" sz="1100" smtClean="0"/>
              <a:t>Try-out Console</a:t>
            </a:r>
          </a:p>
          <a:p>
            <a:endParaRPr lang="en-US" sz="1100"/>
          </a:p>
          <a:p>
            <a:r>
              <a:rPr lang="en-US" sz="1100" b="1" smtClean="0"/>
              <a:t>Consumption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Application Management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Subscription Application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Credential Management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Consent Management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Basic Consent</a:t>
            </a:r>
          </a:p>
          <a:p>
            <a:endParaRPr lang="en-US" sz="1100" b="1"/>
          </a:p>
          <a:p>
            <a:r>
              <a:rPr lang="en-US" sz="1100" b="1" smtClean="0"/>
              <a:t>Open API Services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Public API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GET /exchange-rate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GET /interest-rate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AIS Service: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GET /accounts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GET /accounts/{id}/balance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GET /accounts/{id}/transactions</a:t>
            </a:r>
            <a:endParaRPr lang="en-US" sz="1100" b="1" smtClean="0"/>
          </a:p>
        </p:txBody>
      </p:sp>
      <p:sp>
        <p:nvSpPr>
          <p:cNvPr id="10" name="TextBox 9"/>
          <p:cNvSpPr txBox="1"/>
          <p:nvPr/>
        </p:nvSpPr>
        <p:spPr>
          <a:xfrm>
            <a:off x="4551027" y="928382"/>
            <a:ext cx="3289883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mtClean="0"/>
              <a:t>Access &amp; Authorization Domain</a:t>
            </a:r>
            <a:endParaRPr lang="en-US" sz="1100" smtClean="0"/>
          </a:p>
          <a:p>
            <a:pPr marL="171450" indent="-171450">
              <a:buFontTx/>
              <a:buChar char="-"/>
            </a:pPr>
            <a:r>
              <a:rPr lang="en-US" sz="1100" smtClean="0"/>
              <a:t>Scope Enforcement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Token Validation</a:t>
            </a:r>
          </a:p>
          <a:p>
            <a:pPr marL="171450" indent="-171450">
              <a:buFontTx/>
              <a:buChar char="-"/>
            </a:pPr>
            <a:endParaRPr lang="en-US" sz="1100" smtClean="0"/>
          </a:p>
          <a:p>
            <a:r>
              <a:rPr lang="en-US" sz="1100" b="1" smtClean="0"/>
              <a:t>Partner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TPP Management:</a:t>
            </a:r>
          </a:p>
          <a:p>
            <a:pPr marL="628650" lvl="1" indent="-171450">
              <a:buFontTx/>
              <a:buChar char="-"/>
            </a:pPr>
            <a:r>
              <a:rPr lang="en-US" sz="1100" smtClean="0"/>
              <a:t>Scope Assignment</a:t>
            </a:r>
          </a:p>
          <a:p>
            <a:pPr marL="628650" lvl="1" indent="-171450">
              <a:buFontTx/>
              <a:buChar char="-"/>
            </a:pPr>
            <a:r>
              <a:rPr lang="en-US" sz="1100" smtClean="0"/>
              <a:t>TPP Status Control</a:t>
            </a:r>
          </a:p>
          <a:p>
            <a:pPr marL="628650" lvl="1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Discovery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Documentation Center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Consumption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Subscription Approval Workflow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Rate Limiting Config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Consent Management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Consent Lifecycle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Tra cứu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Revoke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Expire </a:t>
            </a:r>
          </a:p>
          <a:p>
            <a:r>
              <a:rPr lang="en-US" sz="1100" b="1" smtClean="0"/>
              <a:t>Operation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Audit &amp; Notification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Environment &amp; Governance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Define sandbox / UAT / production</a:t>
            </a:r>
          </a:p>
          <a:p>
            <a:pPr marL="171450" indent="-171450">
              <a:buFontTx/>
              <a:buChar char="-"/>
            </a:pPr>
            <a:endParaRPr lang="en-US" sz="1100"/>
          </a:p>
        </p:txBody>
      </p:sp>
      <p:sp>
        <p:nvSpPr>
          <p:cNvPr id="11" name="TextBox 10"/>
          <p:cNvSpPr txBox="1"/>
          <p:nvPr/>
        </p:nvSpPr>
        <p:spPr>
          <a:xfrm>
            <a:off x="8381999" y="884410"/>
            <a:ext cx="3289883" cy="5339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mtClean="0"/>
              <a:t>Partner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TPP Control:</a:t>
            </a:r>
          </a:p>
          <a:p>
            <a:pPr marL="628650" lvl="1" indent="-171450">
              <a:buFontTx/>
              <a:buChar char="-"/>
            </a:pPr>
            <a:r>
              <a:rPr lang="en-US" sz="1100" smtClean="0"/>
              <a:t>Policy Management</a:t>
            </a:r>
          </a:p>
          <a:p>
            <a:pPr marL="628650" lvl="1" indent="-171450">
              <a:buFontTx/>
              <a:buChar char="-"/>
            </a:pPr>
            <a:r>
              <a:rPr lang="en-US" sz="1100" smtClean="0"/>
              <a:t>Auto suspend</a:t>
            </a:r>
          </a:p>
          <a:p>
            <a:endParaRPr lang="en-US" sz="1100"/>
          </a:p>
          <a:p>
            <a:r>
              <a:rPr lang="en-US" sz="1100" b="1" smtClean="0"/>
              <a:t>Consumption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Quota Management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Consent Management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Advanced Consent</a:t>
            </a:r>
          </a:p>
          <a:p>
            <a:pPr marL="171450" indent="-171450">
              <a:buFontTx/>
              <a:buChar char="-"/>
            </a:pPr>
            <a:endParaRPr lang="en-US" sz="1100" b="1" smtClean="0"/>
          </a:p>
          <a:p>
            <a:r>
              <a:rPr lang="en-US" sz="1100" b="1" smtClean="0"/>
              <a:t>Operation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Analytics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Alerting: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error spike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rate limit exceeded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Support: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Create support ticket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Track ticket status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/>
          </a:p>
          <a:p>
            <a:r>
              <a:rPr lang="en-US" sz="1100" b="1" smtClean="0"/>
              <a:t>Environment &amp; Governance Domain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Governance Engine</a:t>
            </a:r>
          </a:p>
          <a:p>
            <a:pPr marL="171450" indent="-171450">
              <a:buFontTx/>
              <a:buChar char="-"/>
            </a:pPr>
            <a:endParaRPr lang="en-US" sz="1100"/>
          </a:p>
          <a:p>
            <a:r>
              <a:rPr lang="en-US" sz="1100" b="1" smtClean="0"/>
              <a:t>Open API Services</a:t>
            </a:r>
          </a:p>
          <a:p>
            <a:pPr marL="171450" indent="-171450">
              <a:buFontTx/>
              <a:buChar char="-"/>
            </a:pPr>
            <a:r>
              <a:rPr lang="en-US" sz="1100" smtClean="0"/>
              <a:t>PIS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US: POST /payments/initiate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US: POST /payments/confirm (OTP)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smtClean="0"/>
          </a:p>
          <a:p>
            <a:pPr marL="171450" indent="-171450">
              <a:buFontTx/>
              <a:buChar char="-"/>
            </a:pPr>
            <a:r>
              <a:rPr lang="en-US" sz="1100" smtClean="0"/>
              <a:t>Wallet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POST /wallet/topup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smtClean="0"/>
              <a:t>POST /wallet/withdraw</a:t>
            </a:r>
            <a:endParaRPr lang="en-US" sz="1100" b="1" smtClean="0"/>
          </a:p>
        </p:txBody>
      </p:sp>
    </p:spTree>
    <p:extLst>
      <p:ext uri="{BB962C8B-B14F-4D97-AF65-F5344CB8AC3E}">
        <p14:creationId xmlns:p14="http://schemas.microsoft.com/office/powerpoint/2010/main" val="1877792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185</Words>
  <Application>Microsoft Office PowerPoint</Application>
  <PresentationFormat>Widescreen</PresentationFormat>
  <Paragraphs>85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10 Pro</dc:creator>
  <cp:lastModifiedBy>Windows 10 Pro</cp:lastModifiedBy>
  <cp:revision>5</cp:revision>
  <dcterms:created xsi:type="dcterms:W3CDTF">2026-03-24T11:19:31Z</dcterms:created>
  <dcterms:modified xsi:type="dcterms:W3CDTF">2026-03-24T11:49:42Z</dcterms:modified>
</cp:coreProperties>
</file>